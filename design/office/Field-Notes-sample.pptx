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TITLE">
    <p:bg>
      <p:bgPr>
        <a:solidFill>
          <a:srgbClr val="204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 NOTES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2286000"/>
            <a:ext cx="944849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4160520"/>
            <a:ext cx="8534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framing</a:t>
            </a:r>
            <a:endParaRPr lang="en-US" sz="1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 Young ·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SECTION">
    <p:bg>
      <p:bgPr>
        <a:solidFill>
          <a:srgbClr val="204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606040"/>
            <a:ext cx="99056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Section</a:t>
            </a: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CONTENT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0" kern="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1691640"/>
            <a:ext cx="1082009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content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alexjyoung.com.au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TWO_COL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0" kern="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1691640"/>
            <a:ext cx="513572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buNone/>
              <a:def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70168" y="1691640"/>
            <a:ext cx="513572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buNone/>
              <a:def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column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alexjyoung.com.au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STAT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20" kern="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2011680"/>
            <a:ext cx="1082009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8.89:1</a:t>
            </a:r>
            <a:endParaRPr lang="en-US" sz="9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840480"/>
            <a:ext cx="89912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57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57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figure means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685800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alexjyoung.com.au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N_CLOSING">
    <p:bg>
      <p:bgPr>
        <a:solidFill>
          <a:srgbClr val="204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743200"/>
            <a:ext cx="99056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Thanks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alexjyoung.com.au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2286000"/>
            <a:ext cx="94484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Field Notes</a:t>
            </a:r>
            <a:endParaRPr lang="en-US" sz="4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85800" y="416052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template, with every layout shown in use</a:t>
            </a:r>
            <a:endParaRPr lang="en-US" sz="1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 Young · 15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606040"/>
            <a:ext cx="9905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layouts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HOW IT WORKS</a:t>
            </a: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Pick a layout, don’t restyle a slide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1691640"/>
            <a:ext cx="108200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layouts, chosen from Home › Layout. Each one already carries the fonts, colours and spacing.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slides are the deck’s dark half — white on the accent measures 9.50:1, so the rhythm costs no second theme.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factual is monospaced. Figures, dates, counts, status.</a:t>
            </a:r>
            <a:endParaRPr lang="en-US" sz="16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accent does all the work. Resist adding a second.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COMPARE</a:t>
            </a: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121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Two columns when things sit side by side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1691640"/>
            <a:ext cx="51357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Stat layout for a single headline figure.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body text left-aligned.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layout hold the margins.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70168" y="1691640"/>
            <a:ext cx="51357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57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accent colour.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Italicise a heading — Space Grotesk has no italic.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body copy in the label grey.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MEASURED</a:t>
            </a: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85800" y="2011680"/>
            <a:ext cx="108200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>
                <a:solidFill>
                  <a:srgbClr val="204E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8.89:1</a:t>
            </a:r>
            <a:endParaRPr lang="en-US" sz="9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3840480"/>
            <a:ext cx="8991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7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of the accent green on the off-white ground — AAA. It clears AAA as a ground under white too, which is why one green covers every role.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29107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35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743200"/>
            <a:ext cx="9905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Thanks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alexjyoung.com.au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Notes">
  <a:themeElements>
    <a:clrScheme name="Field Notes">
      <a:dk1>
        <a:srgbClr val="141210"/>
      </a:dk1>
      <a:lt1>
        <a:srgbClr val="FAF7F2"/>
      </a:lt1>
      <a:dk2>
        <a:srgbClr val="57514A"/>
      </a:dk2>
      <a:lt2>
        <a:srgbClr val="F4F0E8"/>
      </a:lt2>
      <a:accent1>
        <a:srgbClr val="204E39"/>
      </a:accent1>
      <a:accent2>
        <a:srgbClr val="2D6A4F"/>
      </a:accent2>
      <a:accent3>
        <a:srgbClr val="57514A"/>
      </a:accent3>
      <a:accent4>
        <a:srgbClr val="6B6358"/>
      </a:accent4>
      <a:accent5>
        <a:srgbClr val="8A5A1E"/>
      </a:accent5>
      <a:accent6>
        <a:srgbClr val="A32E28"/>
      </a:accent6>
      <a:hlink>
        <a:srgbClr val="204E39"/>
      </a:hlink>
      <a:folHlink>
        <a:srgbClr val="2D6A4F"/>
      </a:folHlink>
    </a:clrScheme>
    <a:fontScheme name="Office">
      <a:majorFont>
        <a:latin typeface="Space Grotesk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Field Notes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Notes</dc:title>
  <dc:subject>PptxGenJS Presentation</dc:subject>
  <dc:creator>Alex Young</dc:creator>
  <cp:lastModifiedBy>Alex Young</cp:lastModifiedBy>
  <cp:revision>1</cp:revision>
  <dcterms:created xsi:type="dcterms:W3CDTF">2026-08-15T05:55:24Z</dcterms:created>
  <dcterms:modified xsi:type="dcterms:W3CDTF">2026-08-15T05:55:24Z</dcterms:modified>
</cp:coreProperties>
</file>